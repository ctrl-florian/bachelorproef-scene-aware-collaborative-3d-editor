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4320"/>
          <a:ext cx="73152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914400"/>
                <a:gridCol w="914400"/>
                <a:gridCol w="1097280"/>
                <a:gridCol w="9144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Conflict scenario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F5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Same-property edit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A7283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S1, S12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LWW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LWW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LWW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1st wins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Different property, same object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A7283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S2, S8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A2D12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 lost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6B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both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6B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both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6B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both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Four disjoint properties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A7283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S14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A2D12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 lost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6B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all 4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6B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all 4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6B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all 4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Repeated movement deltas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A7283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S4, S15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A2D12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 lost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A2D12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 lost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6B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accumulate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A2D12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 lost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Edit on deleted object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A7283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S3, S9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C5C1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no-op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C5C1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no-op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C5C1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no-op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C5C1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no-op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Concurrent reparent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A7283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S5, S10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LWW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LWW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LWW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LWW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274320" y="2487168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41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Figure 2. </a:t>
            </a:r>
            <a:pPr algn="l" indent="0" marL="0">
              <a:buNone/>
            </a:pPr>
            <a:r>
              <a:rPr lang="en-US" sz="900" dirty="0">
                <a:solidFill>
                  <a:srgbClr val="3A41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Outcome of each strategy per conflict family across 15 scenarios. All variants converge in every case.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2026-05-12T20:57:17Z</dcterms:created>
  <dcterms:modified xsi:type="dcterms:W3CDTF">2026-05-12T20:57:17Z</dcterms:modified>
</cp:coreProperties>
</file>